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AI-Powered Product Feature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Final Decision-Ready Report | Mobile App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Objective: rank proposed features using a repeatable weighted scoring model.</a:t>
            </a:r>
          </a:p>
          <a:p>
            <a:pPr>
              <a:spcAft>
                <a:spcPts val="1200"/>
              </a:spcAft>
              <a:defRPr sz="2100"/>
            </a:pPr>
            <a:r>
              <a:t>Method: AI-assisted scoring + weighted prioritization + scenario / what-if analysis.</a:t>
            </a:r>
          </a:p>
          <a:p>
            <a:pPr>
              <a:spcAft>
                <a:spcPts val="1200"/>
              </a:spcAft>
              <a:defRPr sz="2100"/>
            </a:pPr>
            <a:r>
              <a:t>Output: evidence-based recommendations for the next product release.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25 proposed mobile-app features were evaluated.</a:t>
            </a:r>
          </a:p>
          <a:p>
            <a:pPr>
              <a:spcAft>
                <a:spcPts val="1200"/>
              </a:spcAft>
              <a:defRPr sz="1900"/>
            </a:pPr>
            <a:r>
              <a:t>Average prioritization score: 4.01/5.</a:t>
            </a:r>
          </a:p>
          <a:p>
            <a:pPr>
              <a:spcAft>
                <a:spcPts val="1200"/>
              </a:spcAft>
              <a:defRPr sz="1900"/>
            </a:pPr>
            <a:r>
              <a:t>12 features scored above 4.0 and are classified as high priority.</a:t>
            </a:r>
          </a:p>
          <a:p>
            <a:pPr>
              <a:spcAft>
                <a:spcPts val="1200"/>
              </a:spcAft>
              <a:defRPr sz="1900"/>
            </a:pPr>
            <a:r>
              <a:t>Top recommendation: Two-Factor Authentication (4.80/5).</a:t>
            </a:r>
          </a:p>
          <a:p>
            <a:pPr>
              <a:spcAft>
                <a:spcPts val="1200"/>
              </a:spcAft>
              <a:defRPr sz="1900"/>
            </a:pPr>
            <a:r>
              <a:t>Scenario analysis tests whether priorities remain stable when stakeholder objectives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Prioritization Framework &amp;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5669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Direction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Customer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Higher is better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Business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Higher is better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Development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Lower is better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Lower is better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508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Weighted score = Impact×0.4 + Value×0.3 + (6−Effort)×0.2 + (6−Risk)×0.1.</a:t>
            </a:r>
          </a:p>
          <a:p>
            <a:pPr>
              <a:spcAft>
                <a:spcPts val="1200"/>
              </a:spcAft>
              <a:defRPr sz="1600"/>
            </a:pPr>
            <a:r>
              <a:t>Effort and risk are inverted so lower values improve the final score.</a:t>
            </a:r>
          </a:p>
          <a:p>
            <a:pPr>
              <a:spcAft>
                <a:spcPts val="1200"/>
              </a:spcAft>
              <a:defRPr sz="1600"/>
            </a:pPr>
            <a:r>
              <a:t>The same framework is applied consistently across all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AI vs Stakeholder Scoring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AI scoring was generated for all 25 features using the assignment's scoring prompt.</a:t>
            </a:r>
          </a:p>
          <a:p>
            <a:pPr>
              <a:spcAft>
                <a:spcPts val="1200"/>
              </a:spcAft>
              <a:defRPr sz="1700"/>
            </a:pPr>
            <a:r>
              <a:t>AI provides an initial, consistent baseline for Customer Impact, Business Value, Effort and Risk.</a:t>
            </a:r>
          </a:p>
          <a:p>
            <a:pPr>
              <a:spcAft>
                <a:spcPts val="1200"/>
              </a:spcAft>
              <a:defRPr sz="1700"/>
            </a:pPr>
            <a:r>
              <a:t>Stakeholder scores were not supplied in the project inputs; therefore, no stakeholder values have been fabricated.</a:t>
            </a:r>
          </a:p>
          <a:p>
            <a:pPr>
              <a:spcAft>
                <a:spcPts val="1200"/>
              </a:spcAft>
              <a:defRPr sz="1700"/>
            </a:pPr>
            <a:r>
              <a:t>Recommended next step: collect stakeholder scores and compare them against the AI baseline using score difference and rank difference.</a:t>
            </a:r>
          </a:p>
          <a:p>
            <a:pPr>
              <a:spcAft>
                <a:spcPts val="1200"/>
              </a:spcAft>
              <a:defRPr sz="1700"/>
            </a:pPr>
            <a:r>
              <a:t>This preserves transparency and avoids presenting invented stakeholder data as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Ranked Features with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Top 10 features from the weighted prioritization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234440"/>
          <a:ext cx="74980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48887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Score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Two-Factor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4.80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In-App Chat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4.50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Smart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4.50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WhatsApp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4.40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Biometric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4.40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AI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4.20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Team 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4.20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Payment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4.20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Google Calendar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4.10</a:t>
                      </a:r>
                    </a:p>
                  </a:txBody>
                  <a:tcPr/>
                </a:tc>
              </a:tr>
              <a:tr h="44889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Calendar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823960" y="141732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Higher score = stronger overall priority.</a:t>
            </a:r>
          </a:p>
          <a:p>
            <a:pPr>
              <a:spcAft>
                <a:spcPts val="1200"/>
              </a:spcAft>
              <a:defRPr sz="1400"/>
            </a:pPr>
            <a:r>
              <a:t>Scores combine customer value, business value, effort and risk.</a:t>
            </a:r>
          </a:p>
          <a:p>
            <a:pPr>
              <a:spcAft>
                <a:spcPts val="1200"/>
              </a:spcAft>
              <a:defRPr sz="1400"/>
            </a:pPr>
            <a:r>
              <a:t>Top 5 are recommended candidates for the next release, subject to stakeholder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Scenario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1. Two-Factor Authentication — 4.90</a:t>
            </a:r>
          </a:p>
          <a:p>
            <a:pPr>
              <a:spcAft>
                <a:spcPts val="1200"/>
              </a:spcAft>
              <a:defRPr sz="1400"/>
            </a:pPr>
            <a:r>
              <a:t>2. In-App Chat Support — 4.70</a:t>
            </a:r>
          </a:p>
          <a:p>
            <a:pPr>
              <a:spcAft>
                <a:spcPts val="1200"/>
              </a:spcAft>
              <a:defRPr sz="1400"/>
            </a:pPr>
            <a:r>
              <a:t>2. Smart Search — 4.70</a:t>
            </a:r>
          </a:p>
          <a:p>
            <a:pPr>
              <a:spcAft>
                <a:spcPts val="1200"/>
              </a:spcAft>
              <a:defRPr sz="1400"/>
            </a:pPr>
            <a:r>
              <a:t>4. AI Assistant — 4.50</a:t>
            </a:r>
          </a:p>
          <a:p>
            <a:pPr>
              <a:spcAft>
                <a:spcPts val="1200"/>
              </a:spcAft>
              <a:defRPr sz="1400"/>
            </a:pPr>
            <a:r>
              <a:t>4. WhatsApp Integration — 4.50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6002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1. Two-Factor Authentication — 4.90</a:t>
            </a:r>
          </a:p>
          <a:p>
            <a:pPr>
              <a:spcAft>
                <a:spcPts val="1200"/>
              </a:spcAft>
              <a:defRPr sz="1400"/>
            </a:pPr>
            <a:r>
              <a:t>2. In-App Chat Support — 4.70</a:t>
            </a:r>
          </a:p>
          <a:p>
            <a:pPr>
              <a:spcAft>
                <a:spcPts val="1200"/>
              </a:spcAft>
              <a:defRPr sz="1400"/>
            </a:pPr>
            <a:r>
              <a:t>2. Smart Search — 4.70</a:t>
            </a:r>
          </a:p>
          <a:p>
            <a:pPr>
              <a:spcAft>
                <a:spcPts val="1200"/>
              </a:spcAft>
              <a:defRPr sz="1400"/>
            </a:pPr>
            <a:r>
              <a:t>4. AI Assistant — 4.50</a:t>
            </a:r>
          </a:p>
          <a:p>
            <a:pPr>
              <a:spcAft>
                <a:spcPts val="1200"/>
              </a:spcAft>
              <a:defRPr sz="1400"/>
            </a:pPr>
            <a:r>
              <a:t>4. Team Collaboration — 4.50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Low-Risk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6002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1. Two-Factor Authentication — 4.90</a:t>
            </a:r>
          </a:p>
          <a:p>
            <a:pPr>
              <a:spcAft>
                <a:spcPts val="1200"/>
              </a:spcAft>
              <a:defRPr sz="1400"/>
            </a:pPr>
            <a:r>
              <a:t>2. In-App Chat Support — 4.50</a:t>
            </a:r>
          </a:p>
          <a:p>
            <a:pPr>
              <a:spcAft>
                <a:spcPts val="1200"/>
              </a:spcAft>
              <a:defRPr sz="1400"/>
            </a:pPr>
            <a:r>
              <a:t>2. Smart Search — 4.50</a:t>
            </a:r>
          </a:p>
          <a:p>
            <a:pPr>
              <a:spcAft>
                <a:spcPts val="1200"/>
              </a:spcAft>
              <a:defRPr sz="1400"/>
            </a:pPr>
            <a:r>
              <a:t>4. WhatsApp Integration — 4.30</a:t>
            </a:r>
          </a:p>
          <a:p>
            <a:pPr>
              <a:spcAft>
                <a:spcPts val="1200"/>
              </a:spcAft>
              <a:defRPr sz="1400"/>
            </a:pPr>
            <a:r>
              <a:t>4. Google Calendar Integration — 4.30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Recommendations — Next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1. Two-Factor Authentication — priority score 4.80/5.</a:t>
            </a:r>
          </a:p>
          <a:p>
            <a:pPr>
              <a:spcAft>
                <a:spcPts val="1200"/>
              </a:spcAft>
              <a:defRPr sz="1700"/>
            </a:pPr>
            <a:r>
              <a:t>2. In-App Chat Support — priority score 4.50/5.</a:t>
            </a:r>
          </a:p>
          <a:p>
            <a:pPr>
              <a:spcAft>
                <a:spcPts val="1200"/>
              </a:spcAft>
              <a:defRPr sz="1700"/>
            </a:pPr>
            <a:r>
              <a:t>3. Smart Search — priority score 4.50/5.</a:t>
            </a:r>
          </a:p>
          <a:p>
            <a:pPr>
              <a:spcAft>
                <a:spcPts val="1200"/>
              </a:spcAft>
              <a:defRPr sz="1700"/>
            </a:pPr>
            <a:r>
              <a:t>4. WhatsApp Integration — priority score 4.40/5.</a:t>
            </a:r>
          </a:p>
          <a:p>
            <a:pPr>
              <a:spcAft>
                <a:spcPts val="1200"/>
              </a:spcAft>
              <a:defRPr sz="1700"/>
            </a:pPr>
            <a:r>
              <a:t>5. Biometric Login — priority score 4.40/5.</a:t>
            </a:r>
          </a:p>
          <a:p>
            <a:pPr>
              <a:spcAft>
                <a:spcPts val="1200"/>
              </a:spcAft>
              <a:defRPr sz="1700"/>
            </a:pPr>
            <a:r>
              <a:t>Validate the Top 5 with product, engineering, security and customer-facing stakeholders before commitment.</a:t>
            </a:r>
          </a:p>
          <a:p>
            <a:pPr>
              <a:spcAft>
                <a:spcPts val="1200"/>
              </a:spcAft>
              <a:defRPr sz="1700"/>
            </a:pPr>
            <a:r>
              <a:t>Use scenario analysis to choose the release mix when business objectives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Management Decision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Review the AI baseline and highest-ranked features.</a:t>
            </a:r>
          </a:p>
          <a:p>
            <a:pPr>
              <a:spcAft>
                <a:spcPts val="1200"/>
              </a:spcAft>
              <a:defRPr sz="1900"/>
            </a:pPr>
            <a:r>
              <a:t>2. Validate assumptions and scores with stakeholders.</a:t>
            </a:r>
          </a:p>
          <a:p>
            <a:pPr>
              <a:spcAft>
                <a:spcPts val="1200"/>
              </a:spcAft>
              <a:defRPr sz="1900"/>
            </a:pPr>
            <a:r>
              <a:t>3. Check feasibility, dependencies, capacity and release constraints.</a:t>
            </a:r>
          </a:p>
          <a:p>
            <a:pPr>
              <a:spcAft>
                <a:spcPts val="1200"/>
              </a:spcAft>
              <a:defRPr sz="1900"/>
            </a:pPr>
            <a:r>
              <a:t>4. Compare Customer-First, Business-First and Low-Risk scenarios.</a:t>
            </a:r>
          </a:p>
          <a:p>
            <a:pPr>
              <a:spcAft>
                <a:spcPts val="1200"/>
              </a:spcAft>
              <a:defRPr sz="1900"/>
            </a:pPr>
            <a:r>
              <a:t>5. Approve the final release backlog and document any overrides to the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AI Prompt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Assignment Prompt: “Create a PowerPoint outline for an AI-Powered Product Feature Prioritization Report with framework, top features, and scenario-based recommendations.”</a:t>
            </a:r>
          </a:p>
          <a:p>
            <a:pPr>
              <a:spcAft>
                <a:spcPts val="1200"/>
              </a:spcAft>
              <a:defRPr sz="1600"/>
            </a:pPr>
            <a:r>
              <a:t>AI was used to generate initial feature scores and reasoning.</a:t>
            </a:r>
          </a:p>
          <a:p>
            <a:pPr>
              <a:spcAft>
                <a:spcPts val="1200"/>
              </a:spcAft>
              <a:defRPr sz="1600"/>
            </a:pPr>
            <a:r>
              <a:t>Excel was used to apply the weighted formula, rank features and test alternative weight scenarios.</a:t>
            </a:r>
          </a:p>
          <a:p>
            <a:pPr>
              <a:spcAft>
                <a:spcPts val="1200"/>
              </a:spcAft>
              <a:defRPr sz="1600"/>
            </a:pPr>
            <a:r>
              <a:t>The final recommendation should combine model results with human stakeholder judgment.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